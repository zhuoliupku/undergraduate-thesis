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6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66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3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4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0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5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7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7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3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0FCDF-55B3-4D73-8A02-3358CD2460EE}" type="datetimeFigureOut">
              <a:rPr lang="en-US" smtClean="0"/>
              <a:t>4/18/2019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6D974-B793-430F-A486-30408ED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9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tmp"/><Relationship Id="rId3" Type="http://schemas.openxmlformats.org/officeDocument/2006/relationships/image" Target="../media/image12.png"/><Relationship Id="rId7" Type="http://schemas.openxmlformats.org/officeDocument/2006/relationships/image" Target="../media/image16.tm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tmp"/><Relationship Id="rId9" Type="http://schemas.openxmlformats.org/officeDocument/2006/relationships/image" Target="../media/image18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586" y="1449512"/>
            <a:ext cx="5406441" cy="4722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598" y="3141943"/>
            <a:ext cx="178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f* </a:t>
            </a:r>
            <a:r>
              <a:rPr lang="zh-CN" altLang="en-US" dirty="0" smtClean="0"/>
              <a:t>≈ </a:t>
            </a:r>
            <a:r>
              <a:rPr lang="en-US" altLang="zh-CN" dirty="0" smtClean="0"/>
              <a:t>40kHz </a:t>
            </a:r>
            <a:endParaRPr lang="en-US" dirty="0"/>
          </a:p>
        </p:txBody>
      </p:sp>
      <p:sp>
        <p:nvSpPr>
          <p:cNvPr id="7" name="文本框 1"/>
          <p:cNvSpPr txBox="1"/>
          <p:nvPr/>
        </p:nvSpPr>
        <p:spPr>
          <a:xfrm>
            <a:off x="538968" y="346164"/>
            <a:ext cx="120428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NO. </a:t>
            </a:r>
            <a:r>
              <a:rPr lang="en-US" altLang="zh-CN" sz="2000" dirty="0" smtClean="0"/>
              <a:t>146094</a:t>
            </a:r>
            <a:r>
              <a:rPr lang="en-US" sz="2000" dirty="0" smtClean="0"/>
              <a:t> DIII-D,</a:t>
            </a:r>
            <a:r>
              <a:rPr lang="zh-CN" altLang="en-US" sz="2000" dirty="0" smtClean="0"/>
              <a:t>  </a:t>
            </a:r>
            <a:r>
              <a:rPr lang="en-US" altLang="zh-CN" sz="2000" dirty="0" smtClean="0"/>
              <a:t>GTC Linear </a:t>
            </a:r>
            <a:r>
              <a:rPr lang="en-US" altLang="zh-CN" sz="2000" dirty="0"/>
              <a:t>Simulation </a:t>
            </a:r>
            <a:r>
              <a:rPr lang="en-US" altLang="zh-CN" sz="2000" dirty="0" smtClean="0"/>
              <a:t>Results while multiplying </a:t>
            </a:r>
            <a:r>
              <a:rPr lang="en-US" altLang="zh-CN" sz="2000" dirty="0" err="1" smtClean="0"/>
              <a:t>Te</a:t>
            </a:r>
            <a:r>
              <a:rPr lang="en-US" altLang="zh-CN" sz="2000" dirty="0" smtClean="0"/>
              <a:t> by 1, 2 and 3 times</a:t>
            </a:r>
            <a:endParaRPr lang="zh-CN" altLang="en-US" sz="2000" dirty="0"/>
          </a:p>
          <a:p>
            <a:r>
              <a:rPr lang="en-US" dirty="0" smtClean="0"/>
              <a:t>n=</a:t>
            </a:r>
            <a:r>
              <a:rPr lang="en-US" altLang="zh-CN" dirty="0" smtClean="0"/>
              <a:t>4</a:t>
            </a:r>
            <a:r>
              <a:rPr lang="en-US" dirty="0" smtClean="0"/>
              <a:t>,m=</a:t>
            </a:r>
            <a:r>
              <a:rPr lang="en-US" altLang="zh-CN" dirty="0" smtClean="0"/>
              <a:t>6, </a:t>
            </a:r>
            <a:r>
              <a:rPr lang="en-US" altLang="zh-CN" dirty="0" err="1" smtClean="0"/>
              <a:t>q_min</a:t>
            </a:r>
            <a:r>
              <a:rPr lang="en-US" altLang="zh-CN" dirty="0" smtClean="0"/>
              <a:t>=1.44 </a:t>
            </a:r>
            <a:r>
              <a:rPr lang="en-US" altLang="zh-CN" dirty="0" err="1" smtClean="0"/>
              <a:t>nfilter</a:t>
            </a:r>
            <a:r>
              <a:rPr lang="en-US" altLang="zh-CN" dirty="0" smtClean="0"/>
              <a:t> =1, version 4.1.0</a:t>
            </a:r>
            <a:endParaRPr lang="zh-CN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78069" y="1072662"/>
            <a:ext cx="111134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46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/>
          <p:cNvSpPr txBox="1"/>
          <p:nvPr/>
        </p:nvSpPr>
        <p:spPr>
          <a:xfrm>
            <a:off x="538968" y="346164"/>
            <a:ext cx="120428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NO. </a:t>
            </a:r>
            <a:r>
              <a:rPr lang="en-US" altLang="zh-CN" sz="2000" dirty="0" smtClean="0"/>
              <a:t>146094</a:t>
            </a:r>
            <a:r>
              <a:rPr lang="en-US" sz="2000" dirty="0" smtClean="0"/>
              <a:t> </a:t>
            </a:r>
            <a:r>
              <a:rPr lang="en-US" sz="2000" dirty="0" smtClean="0"/>
              <a:t>DIII-D, electro-static potential mode structure </a:t>
            </a:r>
            <a:r>
              <a:rPr lang="en-US" altLang="zh-CN" sz="2000" dirty="0" smtClean="0"/>
              <a:t>while </a:t>
            </a:r>
            <a:r>
              <a:rPr lang="en-US" altLang="zh-CN" sz="2000" dirty="0" smtClean="0"/>
              <a:t>multiplying </a:t>
            </a:r>
            <a:r>
              <a:rPr lang="en-US" altLang="zh-CN" sz="2000" dirty="0" err="1" smtClean="0"/>
              <a:t>Te</a:t>
            </a:r>
            <a:r>
              <a:rPr lang="en-US" altLang="zh-CN" sz="2000" dirty="0" smtClean="0"/>
              <a:t> by 1, 2 and 3 times</a:t>
            </a:r>
            <a:endParaRPr lang="zh-CN" altLang="en-US" sz="2000" dirty="0"/>
          </a:p>
          <a:p>
            <a:r>
              <a:rPr lang="en-US" dirty="0" smtClean="0"/>
              <a:t>n=</a:t>
            </a:r>
            <a:r>
              <a:rPr lang="en-US" altLang="zh-CN" dirty="0" smtClean="0"/>
              <a:t>4</a:t>
            </a:r>
            <a:r>
              <a:rPr lang="en-US" dirty="0" smtClean="0"/>
              <a:t>,m=</a:t>
            </a:r>
            <a:r>
              <a:rPr lang="en-US" altLang="zh-CN" dirty="0" smtClean="0"/>
              <a:t>6, </a:t>
            </a:r>
            <a:r>
              <a:rPr lang="en-US" altLang="zh-CN" dirty="0" err="1" smtClean="0"/>
              <a:t>q_min</a:t>
            </a:r>
            <a:r>
              <a:rPr lang="en-US" altLang="zh-CN" dirty="0" smtClean="0"/>
              <a:t>=1.44 </a:t>
            </a:r>
            <a:r>
              <a:rPr lang="en-US" altLang="zh-CN" dirty="0" err="1" smtClean="0"/>
              <a:t>nfilter</a:t>
            </a:r>
            <a:r>
              <a:rPr lang="en-US" altLang="zh-CN" dirty="0" smtClean="0"/>
              <a:t> =1, version 4.1.0</a:t>
            </a:r>
            <a:endParaRPr lang="zh-CN" alt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78069" y="1072662"/>
            <a:ext cx="111134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3799" y="2228309"/>
            <a:ext cx="13946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r>
              <a:rPr lang="en-US" altLang="zh-CN" dirty="0" smtClean="0"/>
              <a:t>oloidal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Radial</a:t>
            </a:r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308" y="1227437"/>
            <a:ext cx="2321669" cy="23449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683" y="3705636"/>
            <a:ext cx="194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mtClean="0"/>
              <a:t>φ</a:t>
            </a:r>
            <a:r>
              <a:rPr lang="en-US" smtClean="0"/>
              <a:t> </a:t>
            </a:r>
            <a:r>
              <a:rPr lang="en-US" dirty="0" smtClean="0"/>
              <a:t>Snapshot</a:t>
            </a:r>
            <a:endParaRPr lang="en-US" dirty="0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860" y="1195519"/>
            <a:ext cx="2321669" cy="2353153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413" y="1189921"/>
            <a:ext cx="2395645" cy="23730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37565" y="3705637"/>
            <a:ext cx="978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</a:t>
            </a:r>
            <a:r>
              <a:rPr lang="en-US" dirty="0" smtClean="0"/>
              <a:t>                                                             2</a:t>
            </a:r>
            <a:r>
              <a:rPr lang="en-US" altLang="zh-CN" dirty="0" smtClean="0"/>
              <a:t>×</a:t>
            </a:r>
            <a:r>
              <a:rPr lang="en-US" dirty="0" smtClean="0"/>
              <a:t>Te                                                      3</a:t>
            </a:r>
            <a:r>
              <a:rPr lang="en-US" altLang="zh-CN" dirty="0" smtClean="0"/>
              <a:t>×</a:t>
            </a:r>
            <a:r>
              <a:rPr lang="en-US" dirty="0" smtClean="0"/>
              <a:t>Te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989" y="4159793"/>
            <a:ext cx="3281778" cy="2546659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111" y="4170312"/>
            <a:ext cx="3346486" cy="2593394"/>
          </a:xfrm>
          <a:prstGeom prst="rect">
            <a:avLst/>
          </a:prstGeom>
        </p:spPr>
      </p:pic>
      <p:pic>
        <p:nvPicPr>
          <p:cNvPr id="16" name="Picture 15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572" y="4161284"/>
            <a:ext cx="3162021" cy="254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2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378069" y="1072662"/>
            <a:ext cx="111134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442" y="1704877"/>
            <a:ext cx="4097558" cy="3303614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9310"/>
            <a:ext cx="4103137" cy="3219181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168" y="1704877"/>
            <a:ext cx="4233374" cy="33036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1568" y="5271373"/>
            <a:ext cx="978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</a:t>
            </a:r>
            <a:r>
              <a:rPr lang="en-US" dirty="0" smtClean="0"/>
              <a:t>                                                                    2</a:t>
            </a:r>
            <a:r>
              <a:rPr lang="en-US" altLang="zh-CN" dirty="0" smtClean="0"/>
              <a:t>×</a:t>
            </a:r>
            <a:r>
              <a:rPr lang="en-US" dirty="0" smtClean="0"/>
              <a:t>Te                                                                    3</a:t>
            </a:r>
            <a:r>
              <a:rPr lang="en-US" altLang="zh-CN" dirty="0" smtClean="0"/>
              <a:t>×</a:t>
            </a:r>
            <a:r>
              <a:rPr lang="en-US" dirty="0" smtClean="0"/>
              <a:t>Te</a:t>
            </a:r>
            <a:endParaRPr lang="en-US" dirty="0"/>
          </a:p>
        </p:txBody>
      </p:sp>
      <p:sp>
        <p:nvSpPr>
          <p:cNvPr id="10" name="文本框 1"/>
          <p:cNvSpPr txBox="1"/>
          <p:nvPr/>
        </p:nvSpPr>
        <p:spPr>
          <a:xfrm>
            <a:off x="538968" y="346164"/>
            <a:ext cx="120428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NO. </a:t>
            </a:r>
            <a:r>
              <a:rPr lang="en-US" altLang="zh-CN" sz="2000" dirty="0" smtClean="0"/>
              <a:t>146094</a:t>
            </a:r>
            <a:r>
              <a:rPr lang="en-US" sz="2000" dirty="0" smtClean="0"/>
              <a:t> DIII-D</a:t>
            </a:r>
            <a:r>
              <a:rPr lang="en-US" sz="2000" dirty="0" smtClean="0"/>
              <a:t>,</a:t>
            </a:r>
            <a:r>
              <a:rPr lang="en-US" sz="2000" dirty="0" smtClean="0"/>
              <a:t> </a:t>
            </a:r>
            <a:r>
              <a:rPr lang="en-US" sz="2000" dirty="0"/>
              <a:t>electro-static potential </a:t>
            </a:r>
            <a:r>
              <a:rPr lang="en-US" altLang="zh-CN" sz="2000" dirty="0" smtClean="0"/>
              <a:t>radial</a:t>
            </a:r>
            <a:r>
              <a:rPr lang="en-US" sz="2000" dirty="0" smtClean="0"/>
              <a:t> </a:t>
            </a:r>
            <a:r>
              <a:rPr lang="en-US" sz="2000" dirty="0"/>
              <a:t>structure</a:t>
            </a:r>
            <a:r>
              <a:rPr lang="en-US" altLang="zh-CN" sz="2000" dirty="0" smtClean="0"/>
              <a:t> </a:t>
            </a:r>
            <a:r>
              <a:rPr lang="en-US" altLang="zh-CN" sz="2000" dirty="0" smtClean="0"/>
              <a:t>while multiplying </a:t>
            </a:r>
            <a:r>
              <a:rPr lang="en-US" altLang="zh-CN" sz="2000" dirty="0" err="1" smtClean="0"/>
              <a:t>Te</a:t>
            </a:r>
            <a:r>
              <a:rPr lang="en-US" altLang="zh-CN" sz="2000" dirty="0" smtClean="0"/>
              <a:t> by 1, 2 and 3 times</a:t>
            </a:r>
            <a:endParaRPr lang="zh-CN" altLang="en-US" sz="2000" dirty="0"/>
          </a:p>
          <a:p>
            <a:r>
              <a:rPr lang="en-US" dirty="0" smtClean="0"/>
              <a:t>n=</a:t>
            </a:r>
            <a:r>
              <a:rPr lang="en-US" altLang="zh-CN" dirty="0" smtClean="0"/>
              <a:t>4</a:t>
            </a:r>
            <a:r>
              <a:rPr lang="en-US" dirty="0" smtClean="0"/>
              <a:t>,m=</a:t>
            </a:r>
            <a:r>
              <a:rPr lang="en-US" altLang="zh-CN" dirty="0" smtClean="0"/>
              <a:t>6, </a:t>
            </a:r>
            <a:r>
              <a:rPr lang="en-US" altLang="zh-CN" dirty="0" err="1" smtClean="0"/>
              <a:t>q_min</a:t>
            </a:r>
            <a:r>
              <a:rPr lang="en-US" altLang="zh-CN" dirty="0" smtClean="0"/>
              <a:t>=1.44 </a:t>
            </a:r>
            <a:r>
              <a:rPr lang="en-US" altLang="zh-CN" dirty="0" err="1" smtClean="0"/>
              <a:t>nfilter</a:t>
            </a:r>
            <a:r>
              <a:rPr lang="en-US" altLang="zh-CN" dirty="0" smtClean="0"/>
              <a:t> =1, version 4.1.0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454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08" y="1252276"/>
            <a:ext cx="2445604" cy="2439635"/>
          </a:xfrm>
          <a:prstGeom prst="rect">
            <a:avLst/>
          </a:prstGeom>
        </p:spPr>
      </p:pic>
      <p:sp>
        <p:nvSpPr>
          <p:cNvPr id="5" name="文本框 1"/>
          <p:cNvSpPr txBox="1"/>
          <p:nvPr/>
        </p:nvSpPr>
        <p:spPr>
          <a:xfrm>
            <a:off x="538968" y="346164"/>
            <a:ext cx="120428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NO. </a:t>
            </a:r>
            <a:r>
              <a:rPr lang="en-US" altLang="zh-CN" sz="2000" dirty="0" smtClean="0"/>
              <a:t>146094</a:t>
            </a:r>
            <a:r>
              <a:rPr lang="en-US" sz="2000" dirty="0" smtClean="0"/>
              <a:t> </a:t>
            </a:r>
            <a:r>
              <a:rPr lang="en-US" sz="2000" dirty="0" smtClean="0"/>
              <a:t>DIII-D, parallel vector potential mode structure </a:t>
            </a:r>
            <a:r>
              <a:rPr lang="en-US" altLang="zh-CN" sz="2000" dirty="0" smtClean="0"/>
              <a:t>while </a:t>
            </a:r>
            <a:r>
              <a:rPr lang="en-US" altLang="zh-CN" sz="2000" dirty="0" smtClean="0"/>
              <a:t>multiplying </a:t>
            </a:r>
            <a:r>
              <a:rPr lang="en-US" altLang="zh-CN" sz="2000" dirty="0" err="1" smtClean="0"/>
              <a:t>Te</a:t>
            </a:r>
            <a:r>
              <a:rPr lang="en-US" altLang="zh-CN" sz="2000" dirty="0" smtClean="0"/>
              <a:t> by 1, 2 and 3 times</a:t>
            </a:r>
            <a:endParaRPr lang="zh-CN" altLang="en-US" sz="2000" dirty="0"/>
          </a:p>
          <a:p>
            <a:r>
              <a:rPr lang="en-US" dirty="0" smtClean="0"/>
              <a:t>n=</a:t>
            </a:r>
            <a:r>
              <a:rPr lang="en-US" altLang="zh-CN" dirty="0" smtClean="0"/>
              <a:t>4</a:t>
            </a:r>
            <a:r>
              <a:rPr lang="en-US" dirty="0" smtClean="0"/>
              <a:t>,m=</a:t>
            </a:r>
            <a:r>
              <a:rPr lang="en-US" altLang="zh-CN" dirty="0" smtClean="0"/>
              <a:t>6, </a:t>
            </a:r>
            <a:r>
              <a:rPr lang="en-US" altLang="zh-CN" dirty="0" err="1" smtClean="0"/>
              <a:t>q_min</a:t>
            </a:r>
            <a:r>
              <a:rPr lang="en-US" altLang="zh-CN" dirty="0" smtClean="0"/>
              <a:t>=1.44 </a:t>
            </a:r>
            <a:r>
              <a:rPr lang="en-US" altLang="zh-CN" dirty="0" err="1" smtClean="0"/>
              <a:t>nfilter</a:t>
            </a:r>
            <a:r>
              <a:rPr lang="en-US" altLang="zh-CN" dirty="0" smtClean="0"/>
              <a:t> =1, version 4.1.0</a:t>
            </a:r>
            <a:endParaRPr lang="zh-CN" alt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78069" y="1072662"/>
            <a:ext cx="111134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390" y="1227923"/>
            <a:ext cx="2389979" cy="2477713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473" y="3352789"/>
            <a:ext cx="19053" cy="152421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844" y="1227923"/>
            <a:ext cx="2403298" cy="24639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3799" y="2228309"/>
            <a:ext cx="13946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r>
              <a:rPr lang="en-US" altLang="zh-CN" dirty="0" smtClean="0"/>
              <a:t>oloidal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Radial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49683" y="3705636"/>
                <a:ext cx="1948760" cy="423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/>
                          <m:t>//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 smtClean="0"/>
                  <a:t>Snapshot</a:t>
                </a:r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83" y="3705636"/>
                <a:ext cx="1948760" cy="423386"/>
              </a:xfrm>
              <a:prstGeom prst="rect">
                <a:avLst/>
              </a:prstGeom>
              <a:blipFill>
                <a:blip r:embed="rId6"/>
                <a:stretch>
                  <a:fillRect t="-7246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837565" y="3705637"/>
            <a:ext cx="978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</a:t>
            </a:r>
            <a:r>
              <a:rPr lang="en-US" dirty="0" smtClean="0"/>
              <a:t>                                                             2</a:t>
            </a:r>
            <a:r>
              <a:rPr lang="en-US" altLang="zh-CN" dirty="0" smtClean="0"/>
              <a:t>×</a:t>
            </a:r>
            <a:r>
              <a:rPr lang="en-US" dirty="0" smtClean="0"/>
              <a:t>Te                                                      3</a:t>
            </a:r>
            <a:r>
              <a:rPr lang="en-US" altLang="zh-CN" dirty="0" smtClean="0"/>
              <a:t>×</a:t>
            </a:r>
            <a:r>
              <a:rPr lang="en-US" dirty="0" smtClean="0"/>
              <a:t>Te</a:t>
            </a:r>
            <a:endParaRPr lang="en-US" dirty="0"/>
          </a:p>
        </p:txBody>
      </p:sp>
      <p:pic>
        <p:nvPicPr>
          <p:cNvPr id="18" name="Picture 17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779" y="4193750"/>
            <a:ext cx="3144022" cy="2514194"/>
          </a:xfrm>
          <a:prstGeom prst="rect">
            <a:avLst/>
          </a:prstGeom>
        </p:spPr>
      </p:pic>
      <p:pic>
        <p:nvPicPr>
          <p:cNvPr id="19" name="Picture 18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364" y="4193749"/>
            <a:ext cx="3253870" cy="2631806"/>
          </a:xfrm>
          <a:prstGeom prst="rect">
            <a:avLst/>
          </a:prstGeom>
        </p:spPr>
      </p:pic>
      <p:pic>
        <p:nvPicPr>
          <p:cNvPr id="20" name="Picture 19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695" y="4202714"/>
            <a:ext cx="3298118" cy="26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2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378069" y="1072662"/>
            <a:ext cx="111134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53286" y="5268486"/>
            <a:ext cx="978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</a:t>
            </a:r>
            <a:r>
              <a:rPr lang="en-US" dirty="0" smtClean="0"/>
              <a:t>                                                                    2</a:t>
            </a:r>
            <a:r>
              <a:rPr lang="en-US" altLang="zh-CN" dirty="0" smtClean="0"/>
              <a:t>×</a:t>
            </a:r>
            <a:r>
              <a:rPr lang="en-US" dirty="0" smtClean="0"/>
              <a:t>Te                                                                    3</a:t>
            </a:r>
            <a:r>
              <a:rPr lang="en-US" altLang="zh-CN" dirty="0" smtClean="0"/>
              <a:t>×</a:t>
            </a:r>
            <a:r>
              <a:rPr lang="en-US" dirty="0" smtClean="0"/>
              <a:t>Te</a:t>
            </a:r>
            <a:endParaRPr lang="en-US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79" y="1646886"/>
            <a:ext cx="4283731" cy="3331791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474" y="1708284"/>
            <a:ext cx="4074199" cy="3208997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862" y="1646886"/>
            <a:ext cx="4197138" cy="3316986"/>
          </a:xfrm>
          <a:prstGeom prst="rect">
            <a:avLst/>
          </a:prstGeom>
        </p:spPr>
      </p:pic>
      <p:sp>
        <p:nvSpPr>
          <p:cNvPr id="14" name="文本框 1"/>
          <p:cNvSpPr txBox="1"/>
          <p:nvPr/>
        </p:nvSpPr>
        <p:spPr>
          <a:xfrm>
            <a:off x="530521" y="344113"/>
            <a:ext cx="120428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NO. </a:t>
            </a:r>
            <a:r>
              <a:rPr lang="en-US" altLang="zh-CN" sz="2000" dirty="0" smtClean="0"/>
              <a:t>146094</a:t>
            </a:r>
            <a:r>
              <a:rPr lang="en-US" sz="2000" dirty="0" smtClean="0"/>
              <a:t> </a:t>
            </a:r>
            <a:r>
              <a:rPr lang="en-US" sz="2000" dirty="0" smtClean="0"/>
              <a:t>DIII-D, parallel vector potential radial structure </a:t>
            </a:r>
            <a:r>
              <a:rPr lang="en-US" altLang="zh-CN" sz="2000" dirty="0" smtClean="0"/>
              <a:t>while </a:t>
            </a:r>
            <a:r>
              <a:rPr lang="en-US" altLang="zh-CN" sz="2000" dirty="0" smtClean="0"/>
              <a:t>multiplying </a:t>
            </a:r>
            <a:r>
              <a:rPr lang="en-US" altLang="zh-CN" sz="2000" dirty="0" err="1" smtClean="0"/>
              <a:t>Te</a:t>
            </a:r>
            <a:r>
              <a:rPr lang="en-US" altLang="zh-CN" sz="2000" dirty="0" smtClean="0"/>
              <a:t> by 1, 2 and 3 times</a:t>
            </a:r>
            <a:endParaRPr lang="zh-CN" altLang="en-US" sz="2000" dirty="0"/>
          </a:p>
          <a:p>
            <a:r>
              <a:rPr lang="en-US" dirty="0" smtClean="0"/>
              <a:t>n=</a:t>
            </a:r>
            <a:r>
              <a:rPr lang="en-US" altLang="zh-CN" dirty="0" smtClean="0"/>
              <a:t>4</a:t>
            </a:r>
            <a:r>
              <a:rPr lang="en-US" dirty="0" smtClean="0"/>
              <a:t>,m=</a:t>
            </a:r>
            <a:r>
              <a:rPr lang="en-US" altLang="zh-CN" dirty="0" smtClean="0"/>
              <a:t>6, </a:t>
            </a:r>
            <a:r>
              <a:rPr lang="en-US" altLang="zh-CN" dirty="0" err="1" smtClean="0"/>
              <a:t>q_min</a:t>
            </a:r>
            <a:r>
              <a:rPr lang="en-US" altLang="zh-CN" dirty="0" smtClean="0"/>
              <a:t>=1.44 </a:t>
            </a:r>
            <a:r>
              <a:rPr lang="en-US" altLang="zh-CN" dirty="0" err="1" smtClean="0"/>
              <a:t>nfilter</a:t>
            </a:r>
            <a:r>
              <a:rPr lang="en-US" altLang="zh-CN" dirty="0" smtClean="0"/>
              <a:t> =1, version 4.1.0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17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/>
          <p:cNvSpPr txBox="1"/>
          <p:nvPr/>
        </p:nvSpPr>
        <p:spPr>
          <a:xfrm>
            <a:off x="512591" y="346164"/>
            <a:ext cx="12042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NO. </a:t>
            </a:r>
            <a:r>
              <a:rPr lang="en-US" altLang="zh-CN" sz="2000" dirty="0" smtClean="0"/>
              <a:t>146094</a:t>
            </a:r>
            <a:r>
              <a:rPr lang="en-US" sz="2000" dirty="0" smtClean="0"/>
              <a:t> DIII-D,</a:t>
            </a:r>
            <a:r>
              <a:rPr lang="zh-CN" altLang="en-US" sz="2000" dirty="0" smtClean="0"/>
              <a:t> </a:t>
            </a:r>
            <a:r>
              <a:rPr lang="en-US" dirty="0" smtClean="0"/>
              <a:t>n=</a:t>
            </a:r>
            <a:r>
              <a:rPr lang="en-US" altLang="zh-CN" dirty="0" smtClean="0"/>
              <a:t>4</a:t>
            </a:r>
            <a:r>
              <a:rPr lang="en-US" dirty="0" smtClean="0"/>
              <a:t>,m=</a:t>
            </a:r>
            <a:r>
              <a:rPr lang="en-US" altLang="zh-CN" dirty="0" smtClean="0"/>
              <a:t>6, </a:t>
            </a:r>
            <a:r>
              <a:rPr lang="en-US" altLang="zh-CN" dirty="0" err="1" smtClean="0"/>
              <a:t>q_min</a:t>
            </a:r>
            <a:r>
              <a:rPr lang="en-US" altLang="zh-CN" dirty="0" smtClean="0"/>
              <a:t>=1.44, Alcon Plot</a:t>
            </a:r>
            <a:endParaRPr lang="zh-CN" alt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16523" y="888023"/>
            <a:ext cx="111134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3" t="8846" r="10944" b="8110"/>
          <a:stretch/>
        </p:blipFill>
        <p:spPr>
          <a:xfrm>
            <a:off x="1501012" y="1346296"/>
            <a:ext cx="8803573" cy="4559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8570" y="3402624"/>
            <a:ext cx="492443" cy="7561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000" dirty="0" smtClean="0"/>
              <a:t>kHz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4571999" y="6047770"/>
            <a:ext cx="589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r/a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739555" y="4760884"/>
            <a:ext cx="2347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/>
              <a:t>Note:</a:t>
            </a:r>
          </a:p>
          <a:p>
            <a:r>
              <a:rPr lang="en-US" sz="1200" i="1" dirty="0" smtClean="0"/>
              <a:t>The blue line is the frequency using the original profile. The green line is got by subtracting diamagnetic frequency f* from the blue line.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05877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208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等线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ZHUO</dc:creator>
  <cp:lastModifiedBy>LIU ZHUO</cp:lastModifiedBy>
  <cp:revision>15</cp:revision>
  <dcterms:created xsi:type="dcterms:W3CDTF">2019-04-12T01:15:41Z</dcterms:created>
  <dcterms:modified xsi:type="dcterms:W3CDTF">2019-04-18T03:13:01Z</dcterms:modified>
</cp:coreProperties>
</file>