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6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1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0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2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4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9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5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75CF3-A6A1-4CFD-BE71-71F2A5A53710}" type="datetimeFigureOut">
              <a:rPr lang="en-US" smtClean="0"/>
              <a:t>5/9/2019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E5A0F-7C93-4953-820F-4B0C7648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3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862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2479398" y="3165231"/>
            <a:ext cx="1767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479398" y="1608992"/>
            <a:ext cx="0" cy="1556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837559" y="3165231"/>
            <a:ext cx="641839" cy="94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363024" y="1811216"/>
            <a:ext cx="0" cy="1125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07897" y="4009292"/>
            <a:ext cx="1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x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11128" y="3165231"/>
            <a:ext cx="1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55548" y="1532793"/>
            <a:ext cx="1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endParaRPr lang="en-US" dirty="0"/>
          </a:p>
        </p:txBody>
      </p:sp>
      <p:sp>
        <p:nvSpPr>
          <p:cNvPr id="5" name="Arc 4"/>
          <p:cNvSpPr/>
          <p:nvPr/>
        </p:nvSpPr>
        <p:spPr>
          <a:xfrm>
            <a:off x="3205103" y="2038326"/>
            <a:ext cx="312127" cy="36197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/>
          <p:cNvSpPr/>
          <p:nvPr/>
        </p:nvSpPr>
        <p:spPr>
          <a:xfrm rot="10800000" flipH="1">
            <a:off x="3192876" y="1929167"/>
            <a:ext cx="324354" cy="471133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 flipH="1">
            <a:off x="3246977" y="2410545"/>
            <a:ext cx="251311" cy="36197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 rot="10800000">
            <a:off x="3242055" y="2400299"/>
            <a:ext cx="261156" cy="38246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945390" y="3349897"/>
            <a:ext cx="247486" cy="571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207812" y="3560995"/>
                <a:ext cx="1934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12" y="3560995"/>
                <a:ext cx="193431" cy="369332"/>
              </a:xfrm>
              <a:prstGeom prst="rect">
                <a:avLst/>
              </a:prstGeom>
              <a:blipFill>
                <a:blip r:embed="rId2"/>
                <a:stretch>
                  <a:fillRect r="-9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479072" y="1648499"/>
            <a:ext cx="1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k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3603692" y="2204646"/>
                <a:ext cx="44711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692" y="2204646"/>
                <a:ext cx="44711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2640740" y="2231021"/>
                <a:ext cx="44711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740" y="2231021"/>
                <a:ext cx="44711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11" idx="2"/>
          </p:cNvCxnSpPr>
          <p:nvPr/>
        </p:nvCxnSpPr>
        <p:spPr>
          <a:xfrm>
            <a:off x="3517230" y="2164733"/>
            <a:ext cx="271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 flipV="1">
            <a:off x="2945390" y="2591531"/>
            <a:ext cx="3015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585438" y="1804646"/>
            <a:ext cx="2963008" cy="296300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85437" y="2585427"/>
            <a:ext cx="1494756" cy="14615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080194" y="2611343"/>
            <a:ext cx="1468251" cy="143564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585437" y="3101484"/>
            <a:ext cx="1494755" cy="3693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080193" y="3101484"/>
            <a:ext cx="1468252" cy="3693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29" idx="2"/>
          </p:cNvCxnSpPr>
          <p:nvPr/>
        </p:nvCxnSpPr>
        <p:spPr>
          <a:xfrm flipV="1">
            <a:off x="8080193" y="2426677"/>
            <a:ext cx="1160522" cy="85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2"/>
          </p:cNvCxnSpPr>
          <p:nvPr/>
        </p:nvCxnSpPr>
        <p:spPr>
          <a:xfrm flipV="1">
            <a:off x="8080193" y="3270738"/>
            <a:ext cx="2560916" cy="1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10296338" y="2747518"/>
                <a:ext cx="4518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338" y="2747518"/>
                <a:ext cx="45185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8828085" y="2678451"/>
            <a:ext cx="1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9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ZHUO</dc:creator>
  <cp:lastModifiedBy>LIU ZHUO</cp:lastModifiedBy>
  <cp:revision>4</cp:revision>
  <dcterms:created xsi:type="dcterms:W3CDTF">2019-05-08T09:31:29Z</dcterms:created>
  <dcterms:modified xsi:type="dcterms:W3CDTF">2019-05-09T02:28:13Z</dcterms:modified>
</cp:coreProperties>
</file>